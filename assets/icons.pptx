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88"/>
    <p:restoredTop sz="94759"/>
  </p:normalViewPr>
  <p:slideViewPr>
    <p:cSldViewPr snapToGrid="0">
      <p:cViewPr varScale="1">
        <p:scale>
          <a:sx n="90" d="100"/>
          <a:sy n="90" d="100"/>
        </p:scale>
        <p:origin x="232" y="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154B1D-9EF0-9E45-8F17-11F73D2DD920}" type="datetimeFigureOut">
              <a:rPr lang="en-CH" smtClean="0"/>
              <a:t>11.04.2026</a:t>
            </a:fld>
            <a:endParaRPr lang="en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8FF193-28DA-5245-AE9E-0153283455A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539386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8FF193-28DA-5245-AE9E-0153283455AC}" type="slidenum">
              <a:rPr lang="en-CH" smtClean="0"/>
              <a:t>1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543639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8FF193-28DA-5245-AE9E-0153283455AC}" type="slidenum">
              <a:rPr lang="en-CH" smtClean="0"/>
              <a:t>2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4702041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DFEC1-677F-AEB1-8016-F5E6BAC3E7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98A368-FDE3-2807-2BA3-28A2740AF6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9030E-8DC1-A9A9-6A41-DD8D9F2A6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F92A1-0B78-0A48-A241-69EC2998DFCF}" type="datetimeFigureOut">
              <a:rPr lang="en-CH" smtClean="0"/>
              <a:t>11.04.2026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5D261-542B-7BCC-AD09-D0390F0DB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329B88-3AB5-A865-12F7-20A871904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3EC64-6633-CD4F-B110-E1D1CC13A58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907715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CF2FE-ED88-F719-A202-D4A2242C2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1102B-4EFA-B348-A58F-89ABA7A53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E7DAFA-928E-2079-D258-CD53B3D10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F92A1-0B78-0A48-A241-69EC2998DFCF}" type="datetimeFigureOut">
              <a:rPr lang="en-CH" smtClean="0"/>
              <a:t>11.04.2026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76B5C5-2D98-3F2E-0D3B-C3DECFBEB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6C4025-1AEE-C32E-47A0-82C125284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3EC64-6633-CD4F-B110-E1D1CC13A58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655575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6D5A2-A444-7005-F928-0EFA4968A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36E67-60F9-46AC-E84F-6247D9F48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DCEA9-8414-BDAD-0EDC-C15907E42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F92A1-0B78-0A48-A241-69EC2998DFCF}" type="datetimeFigureOut">
              <a:rPr lang="en-CH" smtClean="0"/>
              <a:t>11.04.2026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470A1-727F-33B3-2201-FBD052598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C28E6-81D6-B1A2-AC8E-C524FEFCA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3EC64-6633-CD4F-B110-E1D1CC13A58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317864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5AFAB-9487-DB03-7A79-B5994F853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C638E-6FE9-F9C2-0D61-40C87F4D96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67F2A5-DB03-607F-4257-F0E71AC396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B0901E-701C-9502-94DD-731838C2E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F92A1-0B78-0A48-A241-69EC2998DFCF}" type="datetimeFigureOut">
              <a:rPr lang="en-CH" smtClean="0"/>
              <a:t>11.04.2026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8E941B-4452-FEE0-1FDB-BE0BB8A6C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E259FE-DFD7-7724-00A4-8E3D86796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3EC64-6633-CD4F-B110-E1D1CC13A58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917656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39241-5670-0E7E-9580-5FBD25F03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7581DD-B27B-34A1-B4D6-72BADEBAE6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5AFDF3-F279-C306-57BB-5EB3604B0F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01D41A-D8E7-D7F3-CE8D-FECE7A3D91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96A5C2-F791-0B11-534A-EB5E5D0D53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4B45C3-58D9-F9E5-B17E-15F6C799D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F92A1-0B78-0A48-A241-69EC2998DFCF}" type="datetimeFigureOut">
              <a:rPr lang="en-CH" smtClean="0"/>
              <a:t>11.04.2026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18C97F-0496-486B-4857-353796F7A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22C372-CB29-6DDD-EA06-8EA4470FD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3EC64-6633-CD4F-B110-E1D1CC13A58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514967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93B6B-8CF8-1765-BEC6-589235874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51D9C-6D9D-5E46-EB70-24430701A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F92A1-0B78-0A48-A241-69EC2998DFCF}" type="datetimeFigureOut">
              <a:rPr lang="en-CH" smtClean="0"/>
              <a:t>11.04.2026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71FC0E-A9E4-9E6F-C7EA-1413A3BDD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5C2C9B-F700-6B1E-9B3E-981148CBB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3EC64-6633-CD4F-B110-E1D1CC13A58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165886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7DE8E1-7833-A569-FBC4-1E5297CF4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F92A1-0B78-0A48-A241-69EC2998DFCF}" type="datetimeFigureOut">
              <a:rPr lang="en-CH" smtClean="0"/>
              <a:t>11.04.2026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9612AC-56C3-9898-1BC3-EF07D0749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7DEB2C-4193-C699-2482-3C72781CC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3EC64-6633-CD4F-B110-E1D1CC13A58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07702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0D578-8A9A-8401-19AC-405FE6501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94B2F-730C-A849-5DEF-4A063F46A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7C02FC-7B08-08A3-CEA6-2597E0C8BE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4180B0-21A5-FB8B-4E9D-B54AFE985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F92A1-0B78-0A48-A241-69EC2998DFCF}" type="datetimeFigureOut">
              <a:rPr lang="en-CH" smtClean="0"/>
              <a:t>11.04.2026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4796A6-73A9-0D0C-A128-96BAC8F71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1CF8B2-05CA-B134-B6E1-85D523E80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3EC64-6633-CD4F-B110-E1D1CC13A58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08598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5343E-9AFB-5318-CC93-790FA9901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C86084-653B-862C-0562-5358FE8864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419DCE-770A-839F-F515-23A3214960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0710A7-DABB-C409-26BA-49EC1EE6E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F92A1-0B78-0A48-A241-69EC2998DFCF}" type="datetimeFigureOut">
              <a:rPr lang="en-CH" smtClean="0"/>
              <a:t>11.04.2026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A731A6-E18E-6310-253A-65AB7E682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BFD54A-D480-9E81-0755-42853594E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3EC64-6633-CD4F-B110-E1D1CC13A58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832162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F92FB-E9D3-EF1E-0A18-A7B5B4E25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038291-C5A2-0D69-DDCB-1DC844310B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D4FE5-A12E-29E2-9D50-B16F26AE3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F92A1-0B78-0A48-A241-69EC2998DFCF}" type="datetimeFigureOut">
              <a:rPr lang="en-CH" smtClean="0"/>
              <a:t>11.04.2026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458C6-75E6-F539-8931-0D5ACECF1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13320-AA4A-74B7-EE27-487442315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3EC64-6633-CD4F-B110-E1D1CC13A58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344411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869675-43A0-7500-6FAD-F427BC3DF4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74D278-D05B-11CA-9C00-D9355E52EA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B2E11-7E64-DE6F-E2BD-B0AE5401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F92A1-0B78-0A48-A241-69EC2998DFCF}" type="datetimeFigureOut">
              <a:rPr lang="en-CH" smtClean="0"/>
              <a:t>11.04.2026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634EB-B2AD-DEB5-E428-568B5D5FE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97382-5D2E-C55F-3FEC-7A4C4674B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3EC64-6633-CD4F-B110-E1D1CC13A58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627337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DE70A4-8970-A60A-FA37-E49470398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229FCF-344E-3EAA-7CB8-D7609DB07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7576E-E03B-987F-F155-6F16FF35FC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9F92A1-0B78-0A48-A241-69EC2998DFCF}" type="datetimeFigureOut">
              <a:rPr lang="en-CH" smtClean="0"/>
              <a:t>11.04.2026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83EEA-5417-8482-A635-FBB41C045D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1270AB-8F62-C36D-47A9-1F0561AAB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D3EC64-6633-CD4F-B110-E1D1CC13A58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011077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cartoon animals&#10;&#10;Description automatically generated">
            <a:extLst>
              <a:ext uri="{FF2B5EF4-FFF2-40B4-BE49-F238E27FC236}">
                <a16:creationId xmlns:a16="http://schemas.microsoft.com/office/drawing/2014/main" id="{665F96CE-B2F9-9FAB-F37E-A6BCC1CCF7F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510" t="27263" r="71088" b="21636"/>
          <a:stretch/>
        </p:blipFill>
        <p:spPr>
          <a:xfrm>
            <a:off x="585788" y="1528763"/>
            <a:ext cx="3184546" cy="4270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29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cartoon animals&#10;&#10;Description automatically generated">
            <a:extLst>
              <a:ext uri="{FF2B5EF4-FFF2-40B4-BE49-F238E27FC236}">
                <a16:creationId xmlns:a16="http://schemas.microsoft.com/office/drawing/2014/main" id="{665F96CE-B2F9-9FAB-F37E-A6BCC1CCF7F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707" t="27106" r="39415" b="23735"/>
          <a:stretch/>
        </p:blipFill>
        <p:spPr>
          <a:xfrm>
            <a:off x="4496844" y="1515649"/>
            <a:ext cx="3244241" cy="410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006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cartoon animals&#10;&#10;Description automatically generated">
            <a:extLst>
              <a:ext uri="{FF2B5EF4-FFF2-40B4-BE49-F238E27FC236}">
                <a16:creationId xmlns:a16="http://schemas.microsoft.com/office/drawing/2014/main" id="{665F96CE-B2F9-9FAB-F37E-A6BCC1CCF7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3002" t="32439" r="3911" b="21736"/>
          <a:stretch/>
        </p:blipFill>
        <p:spPr>
          <a:xfrm>
            <a:off x="8044070" y="1961322"/>
            <a:ext cx="4147930" cy="3829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219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artoon fish on a transparent background&#10;&#10;Description automatically generated">
            <a:extLst>
              <a:ext uri="{FF2B5EF4-FFF2-40B4-BE49-F238E27FC236}">
                <a16:creationId xmlns:a16="http://schemas.microsoft.com/office/drawing/2014/main" id="{32626663-7B49-8DC0-28A7-C2FB09FC28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450" t="31416" r="27725" b="34262"/>
          <a:stretch/>
        </p:blipFill>
        <p:spPr>
          <a:xfrm>
            <a:off x="3314701" y="1671638"/>
            <a:ext cx="5172075" cy="2700337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258373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old fish shaped cookie&#10;&#10;Description automatically generated">
            <a:extLst>
              <a:ext uri="{FF2B5EF4-FFF2-40B4-BE49-F238E27FC236}">
                <a16:creationId xmlns:a16="http://schemas.microsoft.com/office/drawing/2014/main" id="{260A9DD6-2CFD-4721-E350-B3AEFFA8646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2324" b="63477" l="26563" r="70573">
                        <a14:foregroundMark x1="45573" y1="33691" x2="45573" y2="37793"/>
                        <a14:foregroundMark x1="65169" y1="53711" x2="59245" y2="46484"/>
                        <a14:foregroundMark x1="68424" y1="37891" x2="63802" y2="48145"/>
                        <a14:foregroundMark x1="68099" y1="58789" x2="63802" y2="43652"/>
                        <a14:foregroundMark x1="50195" y1="59375" x2="54362" y2="55566"/>
                        <a14:foregroundMark x1="54362" y1="55566" x2="57096" y2="49902"/>
                        <a14:foregroundMark x1="57096" y1="49902" x2="42578" y2="60938"/>
                        <a14:foregroundMark x1="42578" y1="60938" x2="38216" y2="60156"/>
                        <a14:foregroundMark x1="38216" y1="60156" x2="34375" y2="53223"/>
                        <a14:foregroundMark x1="30469" y1="48633" x2="36198" y2="51660"/>
                        <a14:foregroundMark x1="50260" y1="61426" x2="54427" y2="58887"/>
                        <a14:foregroundMark x1="54427" y1="58887" x2="57357" y2="52344"/>
                        <a14:foregroundMark x1="65430" y1="62305" x2="61263" y2="49805"/>
                        <a14:foregroundMark x1="69531" y1="40430" x2="67383" y2="42773"/>
                        <a14:foregroundMark x1="70768" y1="39258" x2="70768" y2="39258"/>
                        <a14:foregroundMark x1="66862" y1="33203" x2="66862" y2="33203"/>
                        <a14:foregroundMark x1="44336" y1="32910" x2="44336" y2="32910"/>
                        <a14:foregroundMark x1="41797" y1="33203" x2="41536" y2="33398"/>
                        <a14:foregroundMark x1="45247" y1="63574" x2="45247" y2="63574"/>
                        <a14:foregroundMark x1="70573" y1="55762" x2="69076" y2="55859"/>
                        <a14:foregroundMark x1="67057" y1="63574" x2="66992" y2="60645"/>
                        <a14:foregroundMark x1="41732" y1="33008" x2="42188" y2="33008"/>
                        <a14:foregroundMark x1="48307" y1="33398" x2="48633" y2="33105"/>
                        <a14:foregroundMark x1="26563" y1="32324" x2="26563" y2="32324"/>
                      </a14:backgroundRemoval>
                    </a14:imgEffect>
                  </a14:imgLayer>
                </a14:imgProps>
              </a:ext>
            </a:extLst>
          </a:blip>
          <a:srcRect l="28805" t="31207" r="27863" b="33524"/>
          <a:stretch/>
        </p:blipFill>
        <p:spPr>
          <a:xfrm>
            <a:off x="3331256" y="2228849"/>
            <a:ext cx="5529488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483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2047</TotalTime>
  <Words>2</Words>
  <Application>Microsoft Macintosh PowerPoint</Application>
  <PresentationFormat>Widescreen</PresentationFormat>
  <Paragraphs>2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Jingmiao Li</dc:creator>
  <cp:lastModifiedBy>Jingmiao Li</cp:lastModifiedBy>
  <cp:revision>3</cp:revision>
  <dcterms:created xsi:type="dcterms:W3CDTF">2026-04-09T12:41:30Z</dcterms:created>
  <dcterms:modified xsi:type="dcterms:W3CDTF">2026-04-12T09:37:49Z</dcterms:modified>
</cp:coreProperties>
</file>